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8" r:id="rId3"/>
    <p:sldId id="256" r:id="rId4"/>
    <p:sldId id="257" r:id="rId6"/>
    <p:sldId id="26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E4B8E">
              <a:alpha val="50000"/>
            </a:srgbClr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Shape 3"/>
          <p:cNvSpPr/>
          <p:nvPr/>
        </p:nvSpPr>
        <p:spPr>
          <a:xfrm>
            <a:off x="274320" y="201168"/>
            <a:ext cx="8595360" cy="96012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01168"/>
            <a:ext cx="8595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Cairo University  ·  Faculty of Computers and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40080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Software Engineering – CS251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Wallet — SDS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6583680" cy="329184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11" name="Text 9"/>
          <p:cNvSpPr/>
          <p:nvPr/>
        </p:nvSpPr>
        <p:spPr>
          <a:xfrm>
            <a:off x="320040" y="260604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60604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E-mail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60604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6583680" cy="283464"/>
          </a:xfrm>
          <a:prstGeom prst="rect">
            <a:avLst/>
          </a:prstGeom>
          <a:solidFill>
            <a:srgbClr val="1A3260"/>
          </a:solidFill>
          <a:ln w="3810">
            <a:solidFill>
              <a:srgbClr val="1E4B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35224"/>
            <a:ext cx="54864" cy="2834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7" name="Text 15"/>
          <p:cNvSpPr/>
          <p:nvPr/>
        </p:nvSpPr>
        <p:spPr>
          <a:xfrm>
            <a:off x="384048" y="2935224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Yassen Mohamed Abdelaziz 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2935224"/>
            <a:ext cx="11887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20240663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2935224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20240663@stud.fci-cu.edu.eg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2935224"/>
            <a:ext cx="6400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6583680" cy="283464"/>
          </a:xfrm>
          <a:prstGeom prst="rect">
            <a:avLst/>
          </a:prstGeom>
          <a:solidFill>
            <a:srgbClr val="0F1F3D"/>
          </a:solidFill>
          <a:ln w="3810">
            <a:solidFill>
              <a:srgbClr val="1E4B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36976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Ahmed Mahmoud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42032" y="3236976"/>
            <a:ext cx="11887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20240331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49040" y="3236976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20240331@stud.fci-cu.edu.eg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236976"/>
            <a:ext cx="6400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538728"/>
            <a:ext cx="6583680" cy="283464"/>
          </a:xfrm>
          <a:prstGeom prst="rect">
            <a:avLst/>
          </a:prstGeom>
          <a:solidFill>
            <a:srgbClr val="162850"/>
          </a:solidFill>
          <a:ln w="3810">
            <a:solidFill>
              <a:srgbClr val="1E4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38728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Abdullah Yousef Abdullah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42032" y="3538728"/>
            <a:ext cx="11887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20240337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353872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20240337@stud.fci-cu.edu.eg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72200" y="3538728"/>
            <a:ext cx="6400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S25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40480"/>
            <a:ext cx="6583680" cy="283464"/>
          </a:xfrm>
          <a:prstGeom prst="rect">
            <a:avLst/>
          </a:prstGeom>
          <a:solidFill>
            <a:srgbClr val="0F1F3D"/>
          </a:solidFill>
          <a:ln w="3810">
            <a:solidFill>
              <a:srgbClr val="1E4B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40480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Sayed Mamdouh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42032" y="3840480"/>
            <a:ext cx="11887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20240256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49040" y="3840480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20240256@stud.fci-cu.edu.eg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840480"/>
            <a:ext cx="6400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S26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40880" y="2606040"/>
            <a:ext cx="1828800" cy="1645920"/>
          </a:xfrm>
          <a:prstGeom prst="rect">
            <a:avLst/>
          </a:prstGeom>
          <a:solidFill>
            <a:srgbClr val="1A32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2606040"/>
            <a:ext cx="1828800" cy="3200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8" name="Text 36"/>
          <p:cNvSpPr/>
          <p:nvPr/>
        </p:nvSpPr>
        <p:spPr>
          <a:xfrm>
            <a:off x="7040880" y="2606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296265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Yassen Mohamed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86600" y="324612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Abdelaziz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353872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ID: 20240663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86600" y="377647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📞 01064681901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86600" y="400507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60"/>
          </a:solidFill>
        </p:spPr>
      </p:sp>
      <p:sp>
        <p:nvSpPr>
          <p:cNvPr id="45" name="Text 4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Wallet  ·  Software Design Specification  ·  Cairo University 2024</a:t>
            </a:r>
            <a:endParaRPr lang="en-US" sz="900" dirty="0"/>
          </a:p>
        </p:txBody>
      </p:sp>
      <p:pic>
        <p:nvPicPr>
          <p:cNvPr id="46" name="Picture 45" descr="لوجو حاسبات القاهر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295"/>
            <a:ext cx="1016000" cy="960120"/>
          </a:xfrm>
          <a:prstGeom prst="rect">
            <a:avLst/>
          </a:prstGeom>
        </p:spPr>
      </p:pic>
      <p:pic>
        <p:nvPicPr>
          <p:cNvPr id="47" name="Picture 46" descr="شعار_جامعة_القاهر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190" y="201295"/>
            <a:ext cx="999490" cy="959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3260">
              <a:alpha val="7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0"/>
            <a:ext cx="3474720" cy="3474720"/>
          </a:xfrm>
          <a:prstGeom prst="ellipse">
            <a:avLst/>
          </a:prstGeom>
          <a:solidFill>
            <a:srgbClr val="1E4B8E">
              <a:alpha val="60000"/>
            </a:srgbClr>
          </a:solidFill>
          <a:ln w="12700">
            <a:solidFill>
              <a:srgbClr val="1E4B8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1148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Smart Wallet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18872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Finance Management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040" y="22402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full-stack Django web application for budgeting, saving goals,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tracking, and AI-powered financial advice.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3474720"/>
            <a:ext cx="1920240" cy="82296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3493008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0040" y="389534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68880" y="3474720"/>
            <a:ext cx="1920240" cy="82296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68880" y="3493008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68880" y="389534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3474720"/>
            <a:ext cx="1920240" cy="82296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3493008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17720" y="389534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3474720"/>
            <a:ext cx="1920240" cy="82296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3493008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66560" y="389534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0040" y="4480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Django · Python · AI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1691640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7" name="Text 5"/>
          <p:cNvSpPr/>
          <p:nvPr/>
        </p:nvSpPr>
        <p:spPr>
          <a:xfrm>
            <a:off x="393192" y="11155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6304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balance, income, and expenses in real-time with a personalized wallet per user.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64008" cy="16916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3364992" y="11155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46304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CRUD for income, expenses, savings, and money transfers with category tagging.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64008" cy="1691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6336792" y="11155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146304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category budgets with start/end dates, track spending, and get auto-alerts.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64008" cy="169164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9" name="Text 17"/>
          <p:cNvSpPr/>
          <p:nvPr/>
        </p:nvSpPr>
        <p:spPr>
          <a:xfrm>
            <a:off x="393192" y="29900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Goals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33756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financial goals with deadlines, monitor progress, and auto-update status.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64008" cy="169164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23" name="Text 21"/>
          <p:cNvSpPr/>
          <p:nvPr/>
        </p:nvSpPr>
        <p:spPr>
          <a:xfrm>
            <a:off x="3364992" y="29900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33756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alerts for deposits, sends, budget exceeded, and goal completion.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880360"/>
            <a:ext cx="64008" cy="16916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7" name="Text 25"/>
          <p:cNvSpPr/>
          <p:nvPr/>
        </p:nvSpPr>
        <p:spPr>
          <a:xfrm>
            <a:off x="6336792" y="29900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Advisor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3337560"/>
            <a:ext cx="2560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LLM-powered financial advisor that reads live wallet data to give personalized tips.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</p:spPr>
        <p:txBody>
          <a:bodyPr/>
          <a:p>
            <a:r>
              <a:rPr lang="en-US" b="1">
                <a:solidFill>
                  <a:srgbClr val="FFC000"/>
                </a:solidFill>
              </a:rPr>
              <a:t>System Archetecture</a:t>
            </a:r>
            <a:endParaRPr lang="en-US" b="1">
              <a:solidFill>
                <a:srgbClr val="FFC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7240"/>
            <a:ext cx="9144000" cy="4366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Shape 3"/>
          <p:cNvSpPr/>
          <p:nvPr/>
        </p:nvSpPr>
        <p:spPr>
          <a:xfrm>
            <a:off x="228600" y="1005840"/>
            <a:ext cx="1600200" cy="2377440"/>
          </a:xfrm>
          <a:prstGeom prst="rect">
            <a:avLst/>
          </a:prstGeom>
          <a:solidFill>
            <a:srgbClr val="1A3260"/>
          </a:solidFill>
          <a:ln w="25400">
            <a:solidFill>
              <a:srgbClr val="1E4B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1600200" cy="411480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7" name="Text 5"/>
          <p:cNvSpPr/>
          <p:nvPr/>
        </p:nvSpPr>
        <p:spPr>
          <a:xfrm>
            <a:off x="228600" y="10058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4173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600200" cy="2377440"/>
          </a:xfrm>
          <a:prstGeom prst="rect">
            <a:avLst/>
          </a:prstGeom>
          <a:solidFill>
            <a:srgbClr val="1A3260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05840"/>
            <a:ext cx="1600200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1993392" y="10058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508760"/>
            <a:ext cx="14173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SavingGoals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1005840"/>
            <a:ext cx="1600200" cy="2377440"/>
          </a:xfrm>
          <a:prstGeom prst="rect">
            <a:avLst/>
          </a:prstGeom>
          <a:solidFill>
            <a:srgbClr val="1A3260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005840"/>
            <a:ext cx="1600200" cy="4114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3758184" y="10058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9624" y="1508760"/>
            <a:ext cx="14173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1005840"/>
            <a:ext cx="1600200" cy="2377440"/>
          </a:xfrm>
          <a:prstGeom prst="rect">
            <a:avLst/>
          </a:prstGeom>
          <a:solidFill>
            <a:srgbClr val="1A32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22976" y="1005840"/>
            <a:ext cx="1600200" cy="41148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9" name="Text 17"/>
          <p:cNvSpPr/>
          <p:nvPr/>
        </p:nvSpPr>
        <p:spPr>
          <a:xfrm>
            <a:off x="5522976" y="10058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14416" y="1508760"/>
            <a:ext cx="14173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AdvisorChat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87768" y="1005840"/>
            <a:ext cx="1600200" cy="2377440"/>
          </a:xfrm>
          <a:prstGeom prst="rect">
            <a:avLst/>
          </a:prstGeom>
          <a:solidFill>
            <a:srgbClr val="1A3260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87768" y="1005840"/>
            <a:ext cx="1600200" cy="41148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3" name="Text 21"/>
          <p:cNvSpPr/>
          <p:nvPr/>
        </p:nvSpPr>
        <p:spPr>
          <a:xfrm>
            <a:off x="7287768" y="10058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core/views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79208" y="1508760"/>
            <a:ext cx="14173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Auth, Home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Deposit, Report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8686800" cy="502920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5204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ORM  →  SQLite / PostgreSQL  →  Models  →  Views  →  Templates (HTML5)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4160520"/>
            <a:ext cx="4206240" cy="594360"/>
          </a:xfrm>
          <a:prstGeom prst="rect">
            <a:avLst/>
          </a:prstGeom>
          <a:solidFill>
            <a:srgbClr val="1A32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1605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 Django Auth  ·  Session  ·  @login_required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4160520"/>
            <a:ext cx="4206240" cy="594360"/>
          </a:xfrm>
          <a:prstGeom prst="rect">
            <a:avLst/>
          </a:prstGeom>
          <a:solidFill>
            <a:srgbClr val="1A32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1605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Ollama (LLaMA 3)  ·  Local AI  ·  REST API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1E4B8E">
              <a:alpha val="50000"/>
            </a:srgbClr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85953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5A623">
                    <a:alpha val="9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PRINCIPLES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Smart Wallet applies every SOLID principle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640080" cy="6400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8" name="Text 6"/>
          <p:cNvSpPr/>
          <p:nvPr/>
        </p:nvSpPr>
        <p:spPr>
          <a:xfrm>
            <a:off x="59436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" y="427939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Responsibility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3566160"/>
            <a:ext cx="640080" cy="6400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1" name="Text 9"/>
          <p:cNvSpPr/>
          <p:nvPr/>
        </p:nvSpPr>
        <p:spPr>
          <a:xfrm>
            <a:off x="224028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427939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Open/Closed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3566160"/>
            <a:ext cx="640080" cy="6400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4" name="Text 12"/>
          <p:cNvSpPr/>
          <p:nvPr/>
        </p:nvSpPr>
        <p:spPr>
          <a:xfrm>
            <a:off x="388620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427939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Liskov Substitution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32120" y="3566160"/>
            <a:ext cx="640080" cy="6400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7" name="Text 15"/>
          <p:cNvSpPr/>
          <p:nvPr/>
        </p:nvSpPr>
        <p:spPr>
          <a:xfrm>
            <a:off x="553212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427939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Segregation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8040" y="3566160"/>
            <a:ext cx="640080" cy="6400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0" name="Text 18"/>
          <p:cNvSpPr/>
          <p:nvPr/>
        </p:nvSpPr>
        <p:spPr>
          <a:xfrm>
            <a:off x="717804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427939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Inversion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Shape 1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4" name="Text 2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Responsibility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"Every class, model, and view in Smart Wallet has one — and only one — reason to change."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544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554480"/>
            <a:ext cx="64008" cy="960120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9" name="Text 7"/>
          <p:cNvSpPr/>
          <p:nvPr/>
        </p:nvSpPr>
        <p:spPr>
          <a:xfrm>
            <a:off x="393192" y="1600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WalletUser  (models.py)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190195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user identity only.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financial logic inside the user model.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54480"/>
            <a:ext cx="64008" cy="9601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4873752" y="1600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  (models.py)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73752" y="190195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balance, income, expense totals.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auth, no business logic beyond fields.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651760"/>
            <a:ext cx="64008" cy="9601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Text 15"/>
          <p:cNvSpPr/>
          <p:nvPr/>
        </p:nvSpPr>
        <p:spPr>
          <a:xfrm>
            <a:off x="393192" y="2697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view_deposit() (views.py)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99923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job: process a deposit POST.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views for login, register, home, report.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517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51760"/>
            <a:ext cx="64008" cy="96012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1" name="Text 19"/>
          <p:cNvSpPr/>
          <p:nvPr/>
        </p:nvSpPr>
        <p:spPr>
          <a:xfrm>
            <a:off x="4873752" y="2697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(models.py)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73752" y="299923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stores &amp; retrieves notifications.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Creation logic is in create_notification() helper.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7490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749040"/>
            <a:ext cx="64008" cy="9601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5" name="Text 23"/>
          <p:cNvSpPr/>
          <p:nvPr/>
        </p:nvSpPr>
        <p:spPr>
          <a:xfrm>
            <a:off x="393192" y="37947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AdvisorChat (models.py)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3192" y="409651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conversation history only.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call logic lives in call_ai() separately.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7490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749040"/>
            <a:ext cx="64008" cy="9601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9" name="Text 27"/>
          <p:cNvSpPr/>
          <p:nvPr/>
        </p:nvSpPr>
        <p:spPr>
          <a:xfrm>
            <a:off x="4873752" y="37947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call_ai() vs view_advisor()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73752" y="409651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HTTP call is isolated in call_ai().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only orchestrates — single responsibility.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Shape 1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Open/Closed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"Open for extension, closed for modification — new features added without touching existing code."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63040"/>
            <a:ext cx="64008" cy="10058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411480" y="1527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Transaction.TYPE_CHOICES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transaction types (e.g. 'loan') can be added to TYPE_CHOICES without modifying existing view logic or model methods.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606040"/>
            <a:ext cx="64008" cy="10058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411480" y="2670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Notification.TYPE_CHOICES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notification types (GOAL_PROGRESS, SEND_MONEY) were added without changing mark_read() or delete_notification() views.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7490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49040"/>
            <a:ext cx="64008" cy="10058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411480" y="3813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Budget.status_choices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statuses (active, expired, completed) extend via new choices; existing save/update logic is untouched.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114800" cy="33832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96596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TYPE_CHOICES = [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('income',  'Income'),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60604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('expense', 'Expense'),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92608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('saving',  'Saving'),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24612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('send',    'Sending'),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56616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# ✅ Add here freely: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('loan',    'Loan'),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Shape 1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Liskov Substitution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"Subtypes are fully substitutable for their base — WalletUser can replace AbstractUser anywhere."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508760"/>
            <a:ext cx="3108960" cy="640080"/>
          </a:xfrm>
          <a:prstGeom prst="rect">
            <a:avLst/>
          </a:prstGeom>
          <a:solidFill>
            <a:srgbClr val="0F1F3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08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AbstractUser (Django)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0" cy="4572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286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extends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2606040"/>
            <a:ext cx="3108960" cy="640080"/>
          </a:xfrm>
          <a:prstGeom prst="rect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6060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WalletUser (custom)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401568"/>
            <a:ext cx="8686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493008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All AbstractUser methods work unchanged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authenticate(), login(), logout() — no changes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@login_required works with WalletUser transparently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61104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get_user_model() returns WalletUser everywhere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17136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Admin panel, permissions, groups — all intact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Shape 1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4" name="Text 2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Segregation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"No view is forced to handle logic it does not need — each view does exactly what its URL demands."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8686800" cy="347472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8" name="Text 6"/>
          <p:cNvSpPr/>
          <p:nvPr/>
        </p:nvSpPr>
        <p:spPr>
          <a:xfrm>
            <a:off x="274320" y="14630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Route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4630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856232"/>
            <a:ext cx="86868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56232"/>
            <a:ext cx="54864" cy="448056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13" name="Text 11"/>
          <p:cNvSpPr/>
          <p:nvPr/>
        </p:nvSpPr>
        <p:spPr>
          <a:xfrm>
            <a:off x="347472" y="1856232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1856232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view_intro()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856232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page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8686800" cy="448056"/>
          </a:xfrm>
          <a:prstGeom prst="rect">
            <a:avLst/>
          </a:prstGeom>
          <a:solidFill>
            <a:srgbClr val="F8FA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331720"/>
            <a:ext cx="54864" cy="44805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347472" y="2331720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/home/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2331720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view_home()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2331720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+ transactions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807208"/>
            <a:ext cx="86868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807208"/>
            <a:ext cx="54864" cy="44805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3" name="Text 21"/>
          <p:cNvSpPr/>
          <p:nvPr/>
        </p:nvSpPr>
        <p:spPr>
          <a:xfrm>
            <a:off x="347472" y="2807208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/deposit/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2807208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view_deposit()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0" y="2807208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 logic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282696"/>
            <a:ext cx="8686800" cy="448056"/>
          </a:xfrm>
          <a:prstGeom prst="rect">
            <a:avLst/>
          </a:prstGeom>
          <a:solidFill>
            <a:srgbClr val="F8FA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282696"/>
            <a:ext cx="54864" cy="44805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6"/>
          <p:cNvSpPr/>
          <p:nvPr/>
        </p:nvSpPr>
        <p:spPr>
          <a:xfrm>
            <a:off x="347472" y="3282696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/notifications/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3282696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view_notifications()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3282696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list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758184"/>
            <a:ext cx="86868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758184"/>
            <a:ext cx="54864" cy="448056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3" name="Text 31"/>
          <p:cNvSpPr/>
          <p:nvPr/>
        </p:nvSpPr>
        <p:spPr>
          <a:xfrm>
            <a:off x="347472" y="3758184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/advisor/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0" y="3758184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view_advisor()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3758184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chat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4233672"/>
            <a:ext cx="8686800" cy="448056"/>
          </a:xfrm>
          <a:prstGeom prst="rect">
            <a:avLst/>
          </a:prstGeom>
          <a:solidFill>
            <a:srgbClr val="F8FA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4233672"/>
            <a:ext cx="54864" cy="44805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8" name="Text 36"/>
          <p:cNvSpPr/>
          <p:nvPr/>
        </p:nvSpPr>
        <p:spPr>
          <a:xfrm>
            <a:off x="347472" y="4233672"/>
            <a:ext cx="2468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B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/logout/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26080" y="4233672"/>
            <a:ext cx="28346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view_logout()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52160" y="4233672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clear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Shape 1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4" name="Text 2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Inversion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"High-level views depend on abstractions (get_user_model, settings.AUTH_USER_MODEL), not concrete classes."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0624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6304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Coupling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❌ Direct coupling (WRONG)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user.models import WalletUser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Notification(models.Model):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5351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user = models.ForeignKey(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22783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WalletUser,  # concrete!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50215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on_delete=models.CASCADE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7647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206240" cy="256032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46304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85623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✅ Inversion via settings (CORRECT)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13055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django.conf import settings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40487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67919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Notification(models.Model):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95351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user = models.ForeignKey(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22783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settings.AUTH_USER_MODEL,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50215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on_delete=models.CASCADE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76472"/>
            <a:ext cx="39319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4114800"/>
            <a:ext cx="64008" cy="7315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9" name="Text 27"/>
          <p:cNvSpPr/>
          <p:nvPr/>
        </p:nvSpPr>
        <p:spPr>
          <a:xfrm>
            <a:off x="393192" y="4142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get_user_model()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" y="4407408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views.py uses get_user_model() instead of importing WalletUser directly — swap auth model freely.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4114800"/>
            <a:ext cx="64008" cy="7315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3" name="Text 31"/>
          <p:cNvSpPr/>
          <p:nvPr/>
        </p:nvSpPr>
        <p:spPr>
          <a:xfrm>
            <a:off x="3364992" y="4142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settings.AUTH_USER_MODEL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4407408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ForeignKey/OneToOne relations use AUTH_USER_MODEL — the concrete model is injected via config.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4114800"/>
            <a:ext cx="64008" cy="7315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7" name="Text 35"/>
          <p:cNvSpPr/>
          <p:nvPr/>
        </p:nvSpPr>
        <p:spPr>
          <a:xfrm>
            <a:off x="6336792" y="4142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call_ai() abstraction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36792" y="4407408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view_advisor() calls call_ai() function — switch from Ollama to OpenAI by changing only call_ai().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Shape 3"/>
          <p:cNvSpPr/>
          <p:nvPr/>
        </p:nvSpPr>
        <p:spPr>
          <a:xfrm>
            <a:off x="228600" y="914400"/>
            <a:ext cx="8686800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96696"/>
            <a:ext cx="530352" cy="530352"/>
          </a:xfrm>
          <a:prstGeom prst="ellipse">
            <a:avLst/>
          </a:prstGeom>
          <a:solidFill>
            <a:srgbClr val="1E4B8E"/>
          </a:solidFill>
        </p:spPr>
      </p:sp>
      <p:sp>
        <p:nvSpPr>
          <p:cNvPr id="7" name="Text 5"/>
          <p:cNvSpPr/>
          <p:nvPr/>
        </p:nvSpPr>
        <p:spPr>
          <a:xfrm>
            <a:off x="292608" y="9966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9601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view/model has one job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042416"/>
            <a:ext cx="18288" cy="457200"/>
          </a:xfrm>
          <a:prstGeom prst="rect">
            <a:avLst/>
          </a:prstGeom>
          <a:solidFill>
            <a:srgbClr val="1E4B8E"/>
          </a:solidFill>
        </p:spPr>
      </p:sp>
      <p:sp>
        <p:nvSpPr>
          <p:cNvPr id="11" name="Text 9"/>
          <p:cNvSpPr/>
          <p:nvPr/>
        </p:nvSpPr>
        <p:spPr>
          <a:xfrm>
            <a:off x="3977640" y="102412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view_deposit(), view_login() — separate functions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1097280"/>
            <a:ext cx="137160" cy="13716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3" name="Shape 11"/>
          <p:cNvSpPr/>
          <p:nvPr/>
        </p:nvSpPr>
        <p:spPr>
          <a:xfrm>
            <a:off x="228600" y="1737360"/>
            <a:ext cx="8686800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819656"/>
            <a:ext cx="530352" cy="53035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292608" y="181965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17830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/ Closed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103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types without modifying existing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865376"/>
            <a:ext cx="18288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3977640" y="184708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TYPE_CHOICES, status_choices extensible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32520" y="1920240"/>
            <a:ext cx="137160" cy="13716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21" name="Shape 19"/>
          <p:cNvSpPr/>
          <p:nvPr/>
        </p:nvSpPr>
        <p:spPr>
          <a:xfrm>
            <a:off x="228600" y="2560320"/>
            <a:ext cx="8686800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642616"/>
            <a:ext cx="530352" cy="53035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292608" y="264261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2606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926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WalletUser substitutes AbstractUser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2688336"/>
            <a:ext cx="18288" cy="457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3977640" y="267004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get_user_model(), AbstractUser extended cleanly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2743200"/>
            <a:ext cx="137160" cy="13716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29" name="Shape 27"/>
          <p:cNvSpPr/>
          <p:nvPr/>
        </p:nvSpPr>
        <p:spPr>
          <a:xfrm>
            <a:off x="228600" y="3383280"/>
            <a:ext cx="8686800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465576"/>
            <a:ext cx="530352" cy="530352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31" name="Text 29"/>
          <p:cNvSpPr/>
          <p:nvPr/>
        </p:nvSpPr>
        <p:spPr>
          <a:xfrm>
            <a:off x="292608" y="34655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0120" y="34290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expose only what their URL needs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511296"/>
            <a:ext cx="18288" cy="4572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35" name="Text 33"/>
          <p:cNvSpPr/>
          <p:nvPr/>
        </p:nvSpPr>
        <p:spPr>
          <a:xfrm>
            <a:off x="3977640" y="349300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view_notifications() ≠ view_advisor() ≠ view_home()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32520" y="3566160"/>
            <a:ext cx="137160" cy="13716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37" name="Shape 35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4288536"/>
            <a:ext cx="530352" cy="5303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39" name="Text 37"/>
          <p:cNvSpPr/>
          <p:nvPr/>
        </p:nvSpPr>
        <p:spPr>
          <a:xfrm>
            <a:off x="292608" y="4288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60120" y="4251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" y="4572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code uses abstractions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0" y="4334256"/>
            <a:ext cx="18288" cy="4572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3" name="Text 41"/>
          <p:cNvSpPr/>
          <p:nvPr/>
        </p:nvSpPr>
        <p:spPr>
          <a:xfrm>
            <a:off x="3977640" y="431596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settings.AUTH_USER_MODEL, call_ai() abstraction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32520" y="4389120"/>
            <a:ext cx="137160" cy="137160"/>
          </a:xfrm>
          <a:prstGeom prst="ellipse">
            <a:avLst/>
          </a:prstGeom>
          <a:solidFill>
            <a:srgbClr val="16A34A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MODELS &amp; RELATIONSHIPS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777240"/>
          </a:xfrm>
          <a:prstGeom prst="rect">
            <a:avLst/>
          </a:prstGeom>
          <a:solidFill>
            <a:srgbClr val="F5A623"/>
          </a:solidFill>
        </p:spPr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772795"/>
            <a:ext cx="9133205" cy="4370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1E4B8E">
              <a:alpha val="60000"/>
            </a:srgbClr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3886200" y="2743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Wallet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SOLID principles — Designed to scale.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889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78892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7889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7889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8328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8328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/ LLaMA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38328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38328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/ CSS3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2194560" cy="402336"/>
          </a:xfrm>
          <a:prstGeom prst="rect">
            <a:avLst/>
          </a:prstGeom>
          <a:solidFill>
            <a:srgbClr val="1A3260"/>
          </a:solidFill>
          <a:ln w="12700">
            <a:solidFill>
              <a:srgbClr val="1E4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38328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 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5749</Words>
  <Application>WPS Presentation</Application>
  <PresentationFormat>On-screen Show (16:9)</PresentationFormat>
  <Paragraphs>430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Wallet - Project Presentation</dc:title>
  <dc:creator>PptxGenJS</dc:creator>
  <dc:subject>PptxGenJS Presentation</dc:subject>
  <cp:lastModifiedBy>STUD 20240663</cp:lastModifiedBy>
  <cp:revision>3</cp:revision>
  <dcterms:created xsi:type="dcterms:W3CDTF">2026-05-11T08:02:00Z</dcterms:created>
  <dcterms:modified xsi:type="dcterms:W3CDTF">2026-05-11T11:09:27Z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8B65A75424074C6380CCFD1F72850F27_13</vt:lpwstr>
  </property>
  <property fmtid="{D5CDD505-2E9C-101B-9397-08002B2CF9AE}" pid="3" name="KSOProductBuildVer">
    <vt:lpwstr>1033-12.1.0.25242</vt:lpwstr>
  </property>
</Properties>
</file>